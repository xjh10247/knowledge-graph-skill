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科研知识图谱构建工具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498DB"/>
                </a:solidFill>
              </a:defRPr>
            </a:pPr>
            <a:r>
              <a:t>自动化领域知识图谱构建与研究轨迹分析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DC3C7"/>
                </a:solidFill>
              </a:defRPr>
            </a:pPr>
            <a:r>
              <a:t>从文献到知识</a:t>
            </a:r>
            <a:br/>
            <a:r>
              <a:t>将科学论文自动转化为结构化、可操作的研究洞察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</a:defRPr>
            </a:pPr>
            <a:r>
              <a:t>科研全链路自动化 · 概念图谱构建 · 研究趋势分析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背景与问题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痛点：研究人员 40-60% 的时间花费在文献调研上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挑战：现有知识分散在数千篇论文中，难以系统化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瓶颈：手动构建知识图谱劳动密集且容易出错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目标：自动化提取、组织与可视化科研知识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方案：可复用的 AI 技能，将论文转化为结构化知识图谱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输入层：学术论文原文、会议文献、研究笔记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核心引擎：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    ├─ 实体提取器  —— 多策略实体识别（正则 + 关键词 + 命名实体识别）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    ├─ 关系提取器  —— 模式匹配 + 依存句法分析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    ├─ 图谱构建器  —— NetworkX 有向图，支持丰富元数据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    ├─ 图形可视化  —— PyVis 交互式 HTML + Matplotlib 静态输出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    └─ 轨迹分析器  —— 趋势检测 + 缺口分析 + 演化路径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输出层：知识图谱 (JSON/GraphML)、交互式 HTML、统计分析报告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核心模块详解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3474720" cy="23774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474720" cy="457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实体提取器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• 支持 spaCy 命名实体识别</a:t>
            </a:r>
            <a:br/>
            <a:r>
              <a:t>• 正则表达式模式匹配</a:t>
            </a:r>
            <a:br/>
            <a:r>
              <a:t>• 关键词驱动提取</a:t>
            </a:r>
            <a:br/>
            <a:r>
              <a:t>• 10 种实体类型</a:t>
            </a:r>
            <a:br/>
            <a:r>
              <a:t>• 置信度评分机制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474720" cy="23774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474720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3619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关系提取器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10312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• 10 种关系类型</a:t>
            </a:r>
            <a:br/>
            <a:r>
              <a:t>• 正则模式匹配</a:t>
            </a:r>
            <a:br/>
            <a:r>
              <a:t>• 依存句法分析</a:t>
            </a:r>
            <a:br/>
            <a:r>
              <a:t>• 上下文感知提取</a:t>
            </a:r>
            <a:br/>
            <a:r>
              <a:t>• 多文档批量支持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474720" cy="23774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463040"/>
            <a:ext cx="347472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53619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图谱构建器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10312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• NetworkX 有向图</a:t>
            </a:r>
            <a:br/>
            <a:r>
              <a:t>• 节点/边丰富属性</a:t>
            </a:r>
            <a:br/>
            <a:r>
              <a:t>• JSON &amp; GraphML 导出</a:t>
            </a:r>
            <a:br/>
            <a:r>
              <a:t>• 子图过滤与合并</a:t>
            </a:r>
            <a:br/>
            <a:r>
              <a:t>• 中心性分析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14800"/>
            <a:ext cx="3474720" cy="23774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114800"/>
            <a:ext cx="3474720" cy="4572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18795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图形可视化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75488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• PyVis 交互式 HTML</a:t>
            </a:r>
            <a:br/>
            <a:r>
              <a:t>• Matplotlib 静态 PNG</a:t>
            </a:r>
            <a:br/>
            <a:r>
              <a:t>• 时间线可视化</a:t>
            </a:r>
            <a:br/>
            <a:r>
              <a:t>• 实体类型着色</a:t>
            </a:r>
            <a:br/>
            <a:r>
              <a:t>• 可自定义布局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4114800"/>
            <a:ext cx="3474720" cy="23774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4114800"/>
            <a:ext cx="347472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418795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轨迹分析器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75488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• 研究演化路径发现</a:t>
            </a:r>
            <a:br/>
            <a:r>
              <a:t>• 新兴趋势检测</a:t>
            </a:r>
            <a:br/>
            <a:r>
              <a:t>• 研究缺口分析</a:t>
            </a:r>
            <a:br/>
            <a:r>
              <a:t>• 中心实体排名</a:t>
            </a:r>
            <a:br/>
            <a:r>
              <a:t>• 时序演化分析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核心功能与创新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</a:defRPr>
            </a:pPr>
            <a:r>
              <a:t>多策略实体提取：结合 NER、正则、关键词三种方法，确保高召回率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</a:defRPr>
            </a:pPr>
            <a:r>
              <a:t>语义关系发现：模式匹配 + 依存句法分析双重保障准确性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</a:defRPr>
            </a:pPr>
            <a:r>
              <a:t>丰富图结构：加权边、置信度评分、实体属性、完整元数据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</a:defRPr>
            </a:pPr>
            <a:r>
              <a:t>双模式可视化：PyVis 交互式 HTML + Matplotlib 可发表级静态图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</a:defRPr>
            </a:pPr>
            <a:r>
              <a:t>研究智能分析：趋势预测、研究缺口发现、演化路径追踪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</a:defRPr>
            </a:pPr>
            <a:r>
              <a:t>模块化可扩展：每个组件独立可用，支持自定义配置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</a:defRPr>
            </a:pPr>
            <a:r>
              <a:t>批量处理：高效多文档处理，自动生成全面统计数据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</a:defRPr>
            </a:pPr>
            <a:r>
              <a:t>高度可配置：自定义实体类型、关系类型、置信度阈值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应用场景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303520" cy="2286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303520" cy="457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447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文献综述自动化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自动从 100+ 篇论文中提取关键概念、方法和数据集</a:t>
            </a:r>
            <a:br/>
            <a:r>
              <a:t>分钟级构建任意研究领域的全面知识图谱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371600"/>
            <a:ext cx="5303520" cy="2286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5303520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447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研究趋势发现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分析论文时间线，检测新兴研究方向</a:t>
            </a:r>
            <a:br/>
            <a:r>
              <a:t>识别热门与衰退领域，辅助科研战略规划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5303520" cy="2286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530352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0507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研究缺口分析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发现研究领域间未探索的连接</a:t>
            </a:r>
            <a:br/>
            <a:r>
              <a:t>发掘潜在的跨学科研究机会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931920"/>
            <a:ext cx="5303520" cy="2286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3931920"/>
            <a:ext cx="5303520" cy="4572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00507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论文写作辅助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57200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自动提取方法、数据集以供引用</a:t>
            </a:r>
            <a:br/>
            <a:r>
              <a:t>将新研究置于现有文献脉络中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API 使用示例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ECC71"/>
                </a:solidFill>
                <a:latin typeface="Consolas"/>
              </a:defRPr>
            </a:pPr>
            <a:r>
              <a:t>from src import KnowledgeGraphPipeline</a:t>
            </a:r>
            <a:br/>
            <a:br/>
            <a:r>
              <a:t># 1. 初始化流水线</a:t>
            </a:r>
            <a:br/>
            <a:r>
              <a:t>pipeline = KnowledgeGraphPipeline()</a:t>
            </a:r>
            <a:br/>
            <a:br/>
            <a:r>
              <a:t># 2. 输入学术文献</a:t>
            </a:r>
            <a:br/>
            <a:r>
              <a:t>documents = [</a:t>
            </a:r>
            <a:br/>
            <a:r>
              <a:t>    "Transformer模型彻底改变了NLP领域。BERT使用双向注意力机制。",</a:t>
            </a:r>
            <a:br/>
            <a:r>
              <a:t>    "ResNet引入残差连接，实现更深的网络训练。",</a:t>
            </a:r>
            <a:br/>
            <a:r>
              <a:t>    "GCN从邻居节点聚合信息用于节点分类。"</a:t>
            </a:r>
            <a:br/>
            <a:r>
              <a:t>]</a:t>
            </a:r>
            <a:br/>
            <a:br/>
            <a:r>
              <a:t># 3. 一键处理：实体提取 → 关系提取 → 图谱构建</a:t>
            </a:r>
            <a:br/>
            <a:r>
              <a:t>entities, relations, graph = pipeline.process_documents(documents)</a:t>
            </a:r>
            <a:br/>
            <a:br/>
            <a:r>
              <a:t># 4. 交互式可视化</a:t>
            </a:r>
            <a:br/>
            <a:r>
              <a:t>pipeline.visualize(graph, 'knowledge_graph.html', mode='interactive')</a:t>
            </a:r>
            <a:br/>
            <a:br/>
            <a:r>
              <a:t># 5. 研究分析：趋势检测、缺口发现、演化路径</a:t>
            </a:r>
            <a:br/>
            <a:r>
              <a:t>analysis = pipeline.analyze(graph)</a:t>
            </a:r>
            <a:br/>
            <a:r>
              <a:t>print(f"发现趋势: {len(analysis['trends'])} 个")</a:t>
            </a:r>
            <a:br/>
            <a:r>
              <a:t>print(f"发现研究缺口: {len(analysis['gaps'])} 个")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技术栈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Python 3.8+  - 核心开发语言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自然语言处理：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    • spaCy —— 命名实体识别与依存句法分析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    • 正则表达式 —— 模式驱动的实体/关系提取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    • 关键词匹配 —— 轻量级快速实体识别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图谱处理：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    • NetworkX —— 核心图数据结构和算法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    • PyVis —— 交互式 HTML 可视化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    • Matplotlib —— 静态图渲染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数据与工具：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    • Pandas / NumPy —— 数据处理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    • JSON / GraphML —— 图谱序列化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    • Pytest —— 单元测试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测试与质量保障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单元测试覆盖全部核心模块：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    • EntityExtractor —— 实体提取、去重、统计、词汇表构建（6 个测试用例）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    • RelationExtractor —— 关系提取、去重、统计（4 个测试用例）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    • GraphBuilder —— 构建、序列化、过滤、中心性分析（8 个测试用例）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    • TrajectoryAnalyzer —— 趋势检测、缺口分析、摘要生成（3 个测试用例）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    • Pipeline —— 端到端流水线、可视化、分析（3 个测试用例）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共 24 个测试用例全部通过，覆盖：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    • 正常流程 —— 完整的实体-关系-图谱-分析链路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    • 边界情况 —— 空输入、单输入、重复输入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    • 数据持久化 —— JSON 序列化与反序列化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    • 错误处理 —— 异常输入、缺失依赖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未来规划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多语言支持：中文、日文、德文学术文献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数据库集成：PubMed、arXiv、Semantic Scholar API 直连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领域预训练模型：针对生物医学、物理、计算机科学微调的 BERT 模型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协作编辑：实时多用户图谱编辑与标注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引用网络集成：知识图谱与引文分析相结合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自动假设生成：基于图谱推理辅助科研假设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Web 仪表盘：REST API + React 交互式看板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498DB"/>
                </a:solidFill>
              </a:defRPr>
            </a:pPr>
            <a:r>
              <a:t>科研知识图谱构建工具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DC3C7"/>
                </a:solidFill>
              </a:defRPr>
            </a:pPr>
            <a:r>
              <a:t>Research Knowledge Graph Construction Skill</a:t>
            </a:r>
            <a:br/>
            <a:r>
              <a:t>开源许可：MIT</a:t>
            </a:r>
            <a:br/>
            <a:r>
              <a:t>欢迎提问与贡献！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